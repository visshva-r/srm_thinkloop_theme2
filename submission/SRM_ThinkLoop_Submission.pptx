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327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Closing slide. Add the Google Form URL and a contact email before sharing. Edition 2 </a:t>
            </a:r>
            <a:r>
              <a:rPr lang="en-US" dirty="0" err="1"/>
              <a:t>organising</a:t>
            </a:r>
            <a:r>
              <a:rPr lang="en-US" dirty="0"/>
              <a:t> team for reference: Language AI - Sourabh Tiwari, Gaurav, Sanjeeth </a:t>
            </a:r>
            <a:r>
              <a:rPr lang="en-US" dirty="0" err="1"/>
              <a:t>Pothireddy</a:t>
            </a:r>
            <a:r>
              <a:rPr lang="en-US" dirty="0"/>
              <a:t>, </a:t>
            </a:r>
            <a:r>
              <a:rPr lang="en-US" dirty="0" err="1"/>
              <a:t>Gorang</a:t>
            </a:r>
            <a:r>
              <a:rPr lang="en-US" dirty="0"/>
              <a:t> Maniar; PRISM - Binny Lakra, Prakhar </a:t>
            </a:r>
            <a:r>
              <a:rPr lang="en-US" dirty="0" err="1"/>
              <a:t>Chandrakar</a:t>
            </a:r>
            <a:r>
              <a:rPr lang="en-US" dirty="0"/>
              <a:t>, Vishu Kumar; Kick-off and mentors - Giridhar Jakki, </a:t>
            </a:r>
            <a:r>
              <a:rPr lang="en-US" dirty="0" err="1"/>
              <a:t>Deepraj</a:t>
            </a:r>
            <a:r>
              <a:rPr lang="en-US" dirty="0"/>
              <a:t> Prabhakar Patkar (Language AI), </a:t>
            </a:r>
            <a:r>
              <a:rPr lang="en-US" dirty="0" err="1"/>
              <a:t>Srimanu</a:t>
            </a:r>
            <a:r>
              <a:rPr lang="en-US" dirty="0"/>
              <a:t> Prasad Nagaraju, Ashish Kumar (Tech Strategy).</a:t>
            </a:r>
            <a:endParaRPr dirty="0"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shva-r/SRM_ThinkLoop_Theme2/blob/main/submission/Demo_Video.mp4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lvl="0" indent="-177800"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</a:t>
            </a:r>
            <a:r>
              <a:rPr lang="en-US" sz="1600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2 (Guided Troubleshooting)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</a:t>
            </a:r>
            <a:r>
              <a:rPr lang="en-US" sz="1600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Think Loop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</a:t>
            </a:r>
            <a:r>
              <a:rPr lang="en-US" sz="1600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- SRM Institute of Science and Technology</a:t>
            </a:r>
            <a:endParaRPr dirty="0"/>
          </a:p>
          <a:p>
            <a:pPr marL="177800" lvl="0" indent="-177800">
              <a:spcBef>
                <a:spcPts val="500"/>
              </a:spcBef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1 - Visshva </a:t>
            </a:r>
            <a:r>
              <a:rPr lang="en-US" sz="1600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 (vr6123@srmist.edu.in)</a:t>
            </a:r>
            <a:endParaRPr dirty="0"/>
          </a:p>
          <a:p>
            <a:pPr marL="177800" lvl="0" indent="-177800">
              <a:spcBef>
                <a:spcPts val="500"/>
              </a:spcBef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</a:t>
            </a:r>
            <a:r>
              <a:rPr lang="en-US" sz="1600" b="0" i="0" u="none" strike="noStrike" cap="none" dirty="0" err="1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link - </a:t>
            </a:r>
            <a:r>
              <a:rPr lang="en-US" sz="1600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https://github.com/visshva-r/SRM_ThinkLoop_Theme2</a:t>
            </a:r>
            <a:endParaRPr dirty="0"/>
          </a:p>
          <a:p>
            <a:pPr marL="177800" marR="0" lvl="0" indent="-7620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 dirty="0"/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IN" dirty="0"/>
              <a:t>Theme 2: Smart Guided Troubleshooting Engine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IN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IN" dirty="0"/>
              <a:t>Problem: Convert a natural-language Galaxy issue + SIIS support text into a schema-valid troubleshooting plan with masked Settings </a:t>
            </a:r>
            <a:r>
              <a:rPr lang="en-IN" dirty="0" err="1"/>
              <a:t>deeplinks</a:t>
            </a:r>
            <a:r>
              <a:rPr lang="en-IN" dirty="0"/>
              <a:t>.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IN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IN" dirty="0"/>
              <a:t>Constraints: no URL leaks, grounded steps from SIIS only, cache for repeats/paraphrases, generalize to unseen SIIS payloads, live API for judges.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 dirty="0"/>
          </a:p>
        </p:txBody>
      </p:sp>
      <p:sp>
        <p:nvSpPr>
          <p:cNvPr id="108" name="Google Shape;108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IN" dirty="0"/>
              <a:t>Existing: generic LLM chatbots, static FAQ pages, SIIS text dumps without structure.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IN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IN" dirty="0"/>
              <a:t>Gaps we close: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No schema enforcement → invalid goals/titles/descriptions fail automated gates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Raw URLs / open links → G5 disqualification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No cache → repeat/paraphrase latency fails A3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Invented steps → not grounded in SIIS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No </a:t>
            </a:r>
            <a:r>
              <a:rPr lang="en-IN" dirty="0" err="1"/>
              <a:t>deeplink</a:t>
            </a:r>
            <a:r>
              <a:rPr lang="en-IN" dirty="0"/>
              <a:t> </a:t>
            </a:r>
            <a:r>
              <a:rPr lang="en-IN" dirty="0" err="1"/>
              <a:t>catalog</a:t>
            </a:r>
            <a:r>
              <a:rPr lang="en-IN" dirty="0"/>
              <a:t> matching → auto actions missing actionable </a:t>
            </a:r>
            <a:r>
              <a:rPr lang="en-IN" dirty="0" err="1"/>
              <a:t>deeplinks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>
            <a:spLocks noGrp="1"/>
          </p:cNvSpPr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 dirty="0"/>
          </a:p>
        </p:txBody>
      </p:sp>
      <p:sp>
        <p:nvSpPr>
          <p:cNvPr id="114" name="Google Shape;114;p4"/>
          <p:cNvSpPr txBox="1">
            <a:spLocks noGrp="1"/>
          </p:cNvSpPr>
          <p:nvPr>
            <p:ph type="body" idx="1"/>
          </p:nvPr>
        </p:nvSpPr>
        <p:spPr>
          <a:xfrm>
            <a:off x="838200" y="1298302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635000" indent="-457200">
              <a:spcBef>
                <a:spcPts val="0"/>
              </a:spcBef>
              <a:buSzPts val="2800"/>
            </a:pPr>
            <a:r>
              <a:rPr lang="en-IN" sz="2400" dirty="0" err="1"/>
              <a:t>FastAPI</a:t>
            </a:r>
            <a:r>
              <a:rPr lang="en-IN" sz="2400" dirty="0"/>
              <a:t> pipeline with Gemini planning, SIIS grounding, hybrid retrieval, repair/validate, extractive fallback, and warm cache. Live on Render (Docker).</a:t>
            </a:r>
            <a:endParaRPr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E51485-4337-0572-C66F-9358DE059B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1240" y="2057003"/>
            <a:ext cx="8061305" cy="45344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IN" sz="2400" dirty="0"/>
              <a:t>Demo video in repo: submission/Demo_Video.mp4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IN" sz="2400" dirty="0">
                <a:hlinkClick r:id="rId3"/>
              </a:rPr>
              <a:t>https://github.com/visshva-r/SRM_ThinkLoop_Theme2/blob/main/submission/Demo_Video.mp4</a:t>
            </a:r>
            <a:endParaRPr lang="en-IN" sz="2400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IN" sz="2400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IN" sz="2400" dirty="0"/>
              <a:t>Walkthrough shown: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IN" sz="2400" dirty="0"/>
              <a:t>1) /health → {"</a:t>
            </a:r>
            <a:r>
              <a:rPr lang="en-IN" sz="2400" dirty="0" err="1"/>
              <a:t>status":"ok</a:t>
            </a:r>
            <a:r>
              <a:rPr lang="en-IN" sz="2400" dirty="0"/>
              <a:t>"}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IN" sz="2400" dirty="0"/>
              <a:t>2) Kit blank-display query → structured contexts + bixby:// </a:t>
            </a:r>
            <a:r>
              <a:rPr lang="en-IN" sz="2400" dirty="0" err="1"/>
              <a:t>deeplinks</a:t>
            </a:r>
            <a:endParaRPr lang="en-IN" sz="2400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IN" sz="2400" dirty="0"/>
              <a:t>3) Exact repeat → </a:t>
            </a:r>
            <a:r>
              <a:rPr lang="en-IN" sz="2400" dirty="0" err="1"/>
              <a:t>meta.cache_hit</a:t>
            </a:r>
            <a:r>
              <a:rPr lang="en-IN" sz="2400" dirty="0"/>
              <a:t>=true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IN" sz="2400" dirty="0"/>
              <a:t>4) Paraphrase → cache hit from warmed variations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IN" sz="2400" dirty="0"/>
              <a:t>5) Unseen Wi-Fi SIIS → gemini-2.5-flash, grounded steps, no URL leaks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IN" sz="2400" dirty="0"/>
              <a:t>Swagger UI: https://srm-thinkloop-theme2.onrender.com/docs</a:t>
            </a:r>
            <a:endParaRPr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Language / API: Python 3.11, </a:t>
            </a:r>
            <a:r>
              <a:rPr lang="en-IN" dirty="0" err="1"/>
              <a:t>FastAPI</a:t>
            </a:r>
            <a:r>
              <a:rPr lang="en-IN" dirty="0"/>
              <a:t>, </a:t>
            </a:r>
            <a:r>
              <a:rPr lang="en-IN" dirty="0" err="1"/>
              <a:t>Uvicorn</a:t>
            </a:r>
            <a:r>
              <a:rPr lang="en-IN" dirty="0"/>
              <a:t>, </a:t>
            </a:r>
            <a:r>
              <a:rPr lang="en-IN" dirty="0" err="1"/>
              <a:t>Pydantic</a:t>
            </a:r>
            <a:r>
              <a:rPr lang="en-IN" dirty="0"/>
              <a:t> v2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LLM: Google Gemini 2.5 Flash (google-</a:t>
            </a:r>
            <a:r>
              <a:rPr lang="en-IN" dirty="0" err="1"/>
              <a:t>genai</a:t>
            </a:r>
            <a:r>
              <a:rPr lang="en-IN" dirty="0"/>
              <a:t>) — Stage1 plan + Stage2 pick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Retrieval: rank-bm25, </a:t>
            </a:r>
            <a:r>
              <a:rPr lang="en-IN" dirty="0" err="1"/>
              <a:t>fastembed</a:t>
            </a:r>
            <a:r>
              <a:rPr lang="en-IN" dirty="0"/>
              <a:t> ONNX (local); LIGHTWEIGHT BM25 on Render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Cache: in-memory exact + paraphrase keys; semantic embeddings locally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Data: </a:t>
            </a:r>
            <a:r>
              <a:rPr lang="en-IN" dirty="0" err="1"/>
              <a:t>deeplinks.json</a:t>
            </a:r>
            <a:r>
              <a:rPr lang="en-IN" dirty="0"/>
              <a:t> (578), </a:t>
            </a:r>
            <a:r>
              <a:rPr lang="en-IN" dirty="0" err="1"/>
              <a:t>siis_responses.json</a:t>
            </a:r>
            <a:r>
              <a:rPr lang="en-IN" dirty="0"/>
              <a:t> (20), </a:t>
            </a:r>
            <a:r>
              <a:rPr lang="en-IN" dirty="0" err="1"/>
              <a:t>results.jsonl</a:t>
            </a:r>
            <a:endParaRPr lang="en-IN" dirty="0"/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Deploy: Docker, Render free, </a:t>
            </a:r>
            <a:r>
              <a:rPr lang="en-IN" dirty="0" err="1"/>
              <a:t>render.yaml</a:t>
            </a:r>
            <a:r>
              <a:rPr lang="en-IN" dirty="0"/>
              <a:t> + </a:t>
            </a:r>
            <a:r>
              <a:rPr lang="en-IN" dirty="0" err="1"/>
              <a:t>Dockerfile</a:t>
            </a:r>
            <a:endParaRPr lang="en-IN" dirty="0"/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Eval: scripts/eval_local.py (G2–G5, A1–A5), </a:t>
            </a:r>
            <a:r>
              <a:rPr lang="en-IN" dirty="0" err="1"/>
              <a:t>pytest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Use case: Samsung support / Bixby-style guided fix flows for Galaxy devices.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User describes a blank screen, Wi-Fi failure, cracked display, etc.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System returns ordered Goals → Actions → </a:t>
            </a:r>
            <a:r>
              <a:rPr lang="en-IN" dirty="0" err="1"/>
              <a:t>StepGroups</a:t>
            </a:r>
            <a:r>
              <a:rPr lang="en-IN" dirty="0"/>
              <a:t> with masked </a:t>
            </a:r>
            <a:r>
              <a:rPr lang="en-IN" dirty="0" err="1"/>
              <a:t>deeplinks</a:t>
            </a:r>
            <a:r>
              <a:rPr lang="en-IN" dirty="0"/>
              <a:t> so an assistant can open the right Settings screen safely.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Impact: faster first-response troubleshooting, fewer invented steps, judge-safe outputs (schema + zero URL leaks), reproducible Docker deploy.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Innovation: hedged JSON shape + repair layer; SIIS grounding; dummy </a:t>
            </a:r>
            <a:r>
              <a:rPr lang="en-IN" dirty="0" err="1"/>
              <a:t>deeplink</a:t>
            </a:r>
            <a:r>
              <a:rPr lang="en-IN" dirty="0"/>
              <a:t> policy; warm cache from offline results; Render LIGHTWEIGHT_MODE under 512MB.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Results: G2–G5 PASS; A1 15/15; A2 15/15; A5 5/5; A4 8/10; live black-box checks 6/6; </a:t>
            </a:r>
            <a:r>
              <a:rPr lang="en-IN" dirty="0" err="1"/>
              <a:t>cache_hit</a:t>
            </a:r>
            <a:r>
              <a:rPr lang="en-IN" dirty="0"/>
              <a:t> 100% on kit/paraphrase.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Limitations: Render free network latency (~700ms) vs 300ms A3 target; cold Gemini path slow on free tier; dense retrieval disabled on free RAM.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Re-enable hybrid dense retrieval on a larger host for better </a:t>
            </a:r>
            <a:r>
              <a:rPr lang="en-IN" dirty="0" err="1"/>
              <a:t>deeplink</a:t>
            </a:r>
            <a:r>
              <a:rPr lang="en-IN" dirty="0"/>
              <a:t> precision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Tighten cold-path p95 with response streaming / hedged timeouts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Expand paraphrase embedding cache beyond exact keys on production memory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Add more SIIS domains beyond the 20-kit scenarios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IN" dirty="0"/>
              <a:t>Package as a PRISM worklet with Samsung mentor feedback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 (differentiation)</a:t>
            </a:r>
            <a:endParaRPr sz="4400" b="1" dirty="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Gemini + extractive fallback (works even if LLM is down)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Programmatic repair for goal/title/description/category rules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Zero URL leak scrubbing across the full JSON tree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Cache warm-load so kit + variations hit immediately after deploy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Free-tier deploy that still passes live health/schema/generalization checks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Local scorer reproducing G2–G5 and A1–A5 for iteration speed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7800" lvl="0" indent="-177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(Y/N) - Yes</a:t>
            </a:r>
            <a:endParaRPr sz="2800" dirty="0"/>
          </a:p>
          <a:p>
            <a:pPr marL="177800" lvl="0" indent="-177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(Y/N) - Yes</a:t>
            </a:r>
            <a:endParaRPr sz="2800" dirty="0"/>
          </a:p>
          <a:p>
            <a:pPr marL="177800" lvl="0" indent="-177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(YouTube or Drive link) - Yes</a:t>
            </a:r>
            <a:endParaRPr sz="2800" dirty="0"/>
          </a:p>
          <a:p>
            <a:pPr marL="177800" lvl="0" indent="-177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(Y/N) - Yes</a:t>
            </a:r>
            <a:endParaRPr sz="2800" dirty="0"/>
          </a:p>
          <a:p>
            <a:pPr marL="0" lvl="0" indent="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lang="en-US" sz="46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900</Words>
  <Application>Microsoft Office PowerPoint</Application>
  <PresentationFormat>Widescreen</PresentationFormat>
  <Paragraphs>77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Theme</vt:lpstr>
      <vt:lpstr>Existing Solutions &amp; Gaps</vt:lpstr>
      <vt:lpstr>Our Solutions &amp; Architecture Diagram</vt:lpstr>
      <vt:lpstr>Demo &amp; Product Walkthrough</vt:lpstr>
      <vt:lpstr>Tools and tech stack used</vt:lpstr>
      <vt:lpstr>Impact &amp; Use case</vt:lpstr>
      <vt:lpstr>Innovation highlights, results and limitations</vt:lpstr>
      <vt:lpstr>What’s next</vt:lpstr>
      <vt:lpstr>Brownie points slide (differentiation)</vt:lpstr>
      <vt:lpstr>Checklist- Updated on Public GitHub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Visshva Gamerz</cp:lastModifiedBy>
  <cp:revision>2</cp:revision>
  <dcterms:created xsi:type="dcterms:W3CDTF">2026-09-07T12:01:01Z</dcterms:created>
  <dcterms:modified xsi:type="dcterms:W3CDTF">2026-09-30T18:14:31Z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