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200">
                <a:latin typeface="Calibri"/>
              </a:rPr>
              <a:t>Theme ID - 2 (Guided Troubleshooting)
Team Name - SRM_ThinkLoop_Theme2
College Name - SRM Institute of Science and Technology
Member Name &amp; Email 1- Visshva R (vr6123@srmist.edu.in)
Member Name &amp; Email 2- N/A (solo)
Member Name &amp; Email 3- N/A
Member Name &amp; Email 4- N/A
Submission Github link - https://github.com/visshva-r/SRM_ThinkLoop_Theme2</a:t>
            </a:r>
            <a:endParaRPr/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Theme</a:t>
            </a:r>
            <a:endParaRPr/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Theme 2: Smart Guided Troubleshooting Engine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Problem: Convert a natural-language Galaxy issue + SIIS support text into a schema-valid troubleshooting plan with masked Settings deeplinks.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Constraints: no URL leaks, grounded steps from SIIS only, cache for repeats/paraphrases, generalize to unseen SIIS payloads, live API for judges.</a:t>
            </a:r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Existing Solutions &amp; Gaps</a:t>
            </a:r>
            <a:endParaRPr/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Existing: generic LLM chatbots, static FAQ pages, SIIS text dumps without structure.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Gaps we close: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No schema enforcement → invalid goals/titles/descriptions fail automated gates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Raw URLs / open links → G5 disqualification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No cache → repeat/paraphrase latency fails A3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Invented steps → not grounded in SIIS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No deeplink catalog matching → auto actions missing actionable deeplinks</a:t>
            </a:r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Our Solution &amp; Architecture</a:t>
            </a:r>
            <a:endParaRPr/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Live FastAPI: GET /health  ·  POST /v1/troubleshoot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Pipeline: Normalize → Cache → Gemini Stage1 plan → Grounding → Hybrid retrieval (BM25 + embeddings locally; BM25-only LIGHTWEIGHT on Render) → Gemini Stage2 deeplink pick → Repair/validate → JSON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Fallback: extractive SIIS Step parser when LLM fails/timeouts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Warm cache from results.jsonl (exact + paraphrase keys)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Deploy: Docker on Render free tier  ·  https://srm-thinkloop-theme2.onrender.com</a:t>
            </a: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365760" y="320040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2000" b="1">
                <a:latin typeface="Calibri"/>
              </a:rPr>
              <a:t>Our Solution &amp; Architecture Diagram</a:t>
            </a:r>
            <a:endParaRPr/>
          </a:p>
          <a:p>
            <a:r>
              <a:rPr sz="1100">
                <a:latin typeface="Calibri"/>
              </a:rPr>
              <a:t>FastAPI pipeline with Gemini planning, SIIS grounding, hybrid retrieval, repair/validate, extractive fallback, and warm cache. Live on Render (Docker).</a:t>
            </a:r>
          </a:p>
        </p:txBody>
      </p:sp>
      <p:pic>
        <p:nvPicPr>
          <p:cNvPr id="115" name="Picture 114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34440"/>
            <a:ext cx="8686800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Demo &amp; Product Walkthrough</a:t>
            </a:r>
            <a:endParaRPr/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Demo video in repo: submission/Demo_Video.mp4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https://github.com/visshva-r/SRM_ThinkLoop_Theme2/blob/main/submission/Demo_Video.mp4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Walkthrough shown: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1) /health → {"status":"ok"}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2) Kit blank-display query → structured contexts + bixby:// deeplinks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3) Exact repeat → meta.cache_hit=true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4) Paraphrase → cache hit from warmed variations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5) Unseen Wi-Fi SIIS → gemini-2.5-flash, grounded steps, no URL leaks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Swagger UI: https://srm-thinkloop-theme2.onrender.com/docs</a:t>
            </a:r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Tools and Tech Stack</a:t>
            </a:r>
            <a:endParaRPr b="1">
              <a:solidFill>
                <a:srgbClr val="704EA6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Language / API: Python 3.11, FastAPI, Uvicorn, Pydantic v2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LLM: Google Gemini 2.5 Flash (google-genai) — Stage1 plan + Stage2 pick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Retrieval: rank-bm25, fastembed ONNX (local); LIGHTWEIGHT BM25 on Render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Cache: in-memory exact + paraphrase keys; semantic embeddings locally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Data: deeplinks.json (578), siis_responses.json (20), results.jsonl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Deploy: Docker, Render free, render.yaml + Dockerfile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Eval: scripts/eval_local.py (G2–G5, A1–A5), pytest</a:t>
            </a: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Use case: Samsung support / Bixby-style guided fix flows for Galaxy devices.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User describes a blank screen, Wi-Fi failure, cracked display, etc.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System returns ordered Goals → Actions → StepGroups with masked deeplinks so an assistant can open the right Settings screen safely.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Impact: faster first-response troubleshooting, fewer invented steps, judge-safe outputs (schema + zero URL leaks), reproducible Docker deploy.</a:t>
            </a: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2000" b="1">
                <a:latin typeface="Calibri"/>
              </a:rPr>
              <a:t>Innovation, Results &amp; Limitations</a:t>
            </a:r>
            <a:endParaRPr/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Innovation: hedged JSON shape + repair layer; SIIS grounding; dummy deeplink policy; warm cache from offline results; Render LIGHTWEIGHT_MODE under 512MB.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Results: G2–G5 PASS; A1 15/15; A2 15/15; A5 5/5; A4 8/10; live black-box checks 6/6; cache_hit 100% on kit/paraphrase.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Limitations: Render free network latency (~700ms) vs 300ms A3 target; cold Gemini path slow on free tier; dense retrieval disabled on free 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Re-enable hybrid dense retrieval on a larger host for better deeplink precision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Tighten cold-path p95 with response streaming / hedged timeouts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Expand paraphrase embedding cache beyond exact keys on production memory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Add more SIIS domains beyond the 20-kit scenarios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Package as a PRISM worklet with Samsung mentor feedback</a:t>
            </a: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Differentiation (Brownie Points)</a:t>
            </a:r>
            <a:endParaRPr b="1" sz="4400">
              <a:solidFill>
                <a:srgbClr val="704EA6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Gemini + extractive fallback (works even if LLM is down)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Programmatic repair for goal/title/description/category rules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Zero URL leak scrubbing across the full JSON tree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Cache warm-load so kit + variations hit immediately after deploy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Free-tier deploy that still passes live health/schema/generalization checks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- Local scorer reproducing G2–G5 and A1–A5 for iteration speed</a:t>
            </a: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000" b="1">
                <a:latin typeface="Calibri"/>
              </a:rPr>
              <a:t>Checklist — Updated on Public GitHub</a:t>
            </a:r>
            <a:endParaRPr/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Working prototype code — public GitHub repo ………… YES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README with reproducible setup + Docker …………… YES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Demo video ≤5 min (in repo) ………………………… YES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  → submission/Demo_Video.mp4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Presentation file (PPT) ……………………………… YES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  → submission/SRM_ThinkLoop_Submission.pptx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AI Disclosure ………………………………………… YES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  → submission/LangAI3.0_AI_Disclosure.docx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Release tag PRISM_GENAI_HACKATHON_Y2026 …… YES (retagged on final commit)</a:t>
            </a:r>
          </a:p>
          <a:p>
            <a:pPr>
              <a:spcBef>
                <a:spcPts val="300"/>
              </a:spcBef>
            </a:pPr>
            <a:r>
              <a:rPr sz="1200">
                <a:latin typeface="Calibri"/>
              </a:rPr>
              <a:t>Live API ……………………………………………… YES — https://srm-thinkloop-theme2.onrender.com</a:t>
            </a:r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